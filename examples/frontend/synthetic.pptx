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3b70944ab4c48" /><Relationship Type="http://schemas.openxmlformats.org/officeDocument/2006/relationships/extended-properties" Target="/docProps/app.xml" Id="Rcab8b82217864ee5" /><Relationship Type="http://schemas.openxmlformats.org/officeDocument/2006/relationships/officeDocument" Target="/ppt/presentation.xml" Id="Ra03925d66f3c45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be2d0d3264aa9"/>
  </p:sldMasterIdLst>
  <p:notesMasterIdLst>
    <p:notesMasterId xmlns:r="http://schemas.openxmlformats.org/officeDocument/2006/relationships" r:id="R022d74e1361f4e0f"/>
  </p:notesMasterIdLst>
  <p:sldIdLst>
    <p:sldId xmlns:r="http://schemas.openxmlformats.org/officeDocument/2006/relationships" id="256" r:id="Reaa64f4a0ae048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71b95f6d3c4308" /><Relationship Type="http://schemas.openxmlformats.org/officeDocument/2006/relationships/slideMaster" Target="/ppt/slideMasters/slideMaster1.xml" Id="R611be2d0d3264aa9" /><Relationship Type="http://schemas.openxmlformats.org/officeDocument/2006/relationships/notesMaster" Target="/ppt/notesMasters/notesMaster1.xml" Id="R022d74e1361f4e0f" /><Relationship Type="http://schemas.openxmlformats.org/officeDocument/2006/relationships/presProps" Target="/ppt/presProps.xml" Id="R4a016e6174404cfe" /><Relationship Type="http://schemas.openxmlformats.org/officeDocument/2006/relationships/tableStyles" Target="/ppt/tableStyles.xml" Id="R6cb41fc25e194b74" /><Relationship Type="http://schemas.openxmlformats.org/officeDocument/2006/relationships/slide" Target="/ppt/slides/slide1.xml" Id="Reaa64f4a0ae048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8cddafe90b44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8028bbdd34086" /><Relationship Type="http://schemas.openxmlformats.org/officeDocument/2006/relationships/notesMaster" Target="/ppt/notesMasters/notesMaster1.xml" Id="R0d19095f0c694a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Entirely fictional test fixture created for parser integration. No source patient data. Native text only; frozen image response path is tested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668f7847c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0699756874ac7" /><Relationship Type="http://schemas.openxmlformats.org/officeDocument/2006/relationships/slideLayout" Target="/ppt/slideLayouts/slideLayout1.xml" Id="R0b6f577e9588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f577e9588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ebad25aee4f7a" /><Relationship Type="http://schemas.openxmlformats.org/officeDocument/2006/relationships/notesSlide" Target="/ppt/notesSlides/notesSlide1.xml" Id="R6b9c3c1025b44d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F8519-40D6-4799-B547-65704BB1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349"/>
                </a:solidFill>
                <a:latin typeface="Arial"/>
                <a:ea typeface="Arial"/>
                <a:cs typeface="Arial"/>
              </a:rPr>
              <a:t>Synthetic frontend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6936C-CB54-4129-A13D-0721994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9"/>
                </a:solidFill>
                <a:latin typeface="Arial"/>
                <a:ea typeface="Arial"/>
                <a:cs typeface="Arial"/>
              </a:rPr>
              <a:t>Case S001</a:t>
            </a:r>
          </a:p>
          <a:p xmlns:a="http://schemas.openxmlformats.org/drawingml/2006/main">
            <a:pPr>
              <a:defRPr sz="2250" b="0">
                <a:solidFill>
                  <a:srgbClr val="1833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9"/>
                </a:solidFill>
                <a:latin typeface="Arial"/>
                <a:ea typeface="Arial"/>
                <a:cs typeface="Arial"/>
              </a:rPr>
              <a:t>Patient ID: 900001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27D4-CB0E-4F39-803D-C3D04018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9"/>
                </a:solidFill>
                <a:latin typeface="Arial"/>
                <a:ea typeface="Arial"/>
                <a:cs typeface="Arial"/>
              </a:rPr>
              <a:t>20250102 Imaging findings:</a:t>
            </a:r>
          </a:p>
          <a:p xmlns:a="http://schemas.openxmlformats.org/drawingml/2006/main">
            <a:pPr>
              <a:defRPr sz="2250" b="0">
                <a:solidFill>
                  <a:srgbClr val="1833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9"/>
                </a:solidFill>
                <a:latin typeface="Arial"/>
                <a:ea typeface="Arial"/>
                <a:cs typeface="Arial"/>
              </a:rPr>
              <a:t>No focal opacity in this fictional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27A18-6927-459D-B4BB-C1FA7F47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3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349"/>
                </a:solidFill>
                <a:latin typeface="Arial"/>
                <a:ea typeface="Arial"/>
                <a:cs typeface="Arial"/>
              </a:rPr>
              <a:t>Artificial test data. No real patient or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96400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2026-09-18T04:02:23.1390000Z</dcterms:created>
  <dcterms:modified xsi:type="dcterms:W3CDTF">2026-09-18T04:02:23.1390000Z</dcterms:modified>
</coreProperties>
</file>